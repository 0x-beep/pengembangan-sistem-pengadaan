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Digitalisasi Pengadaan KMU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9F1C"/>
                </a:solidFill>
              </a:defRPr>
            </a:pPr>
            <a:r>
              <a:t>Platform Terintegrasi dengan Validator Prosedur</a:t>
            </a:r>
          </a:p>
          <a:p>
            <a:r>
              <a:t>&amp; Sistem Penjaga Kepatuhan SPO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PT. Kaltim Medika Utama | Juni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Ringkasan Eksekutif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2286000" cy="1645920"/>
          </a:xfrm>
          <a:prstGeom prst="roundRect">
            <a:avLst/>
          </a:prstGeom>
          <a:solidFill>
            <a:srgbClr val="FF9F1C"/>
          </a:solidFill>
          <a:ln w="25400"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Kecepatan Proses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2286000" cy="1645920"/>
          </a:xfrm>
          <a:prstGeom prst="roundRect">
            <a:avLst/>
          </a:prstGeom>
          <a:solidFill>
            <a:srgbClr val="FF9F1C"/>
          </a:solidFill>
          <a:ln w="25400"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Pemenuhan KPI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188720"/>
            <a:ext cx="2286000" cy="1645920"/>
          </a:xfrm>
          <a:prstGeom prst="roundRect">
            <a:avLst/>
          </a:prstGeom>
          <a:solidFill>
            <a:srgbClr val="FF9F1C"/>
          </a:solidFill>
          <a:ln w="25400"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63040"/>
            <a:ext cx="210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Realisasi Pengembangan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0400"/>
            <a:ext cx="7863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Platform terintegrasi menggabungkan semua fase pengadaan KMU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Validator Prosedur mengawasi setiap transaksi vs SPO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Real-time Dashboard untuk Direksi dengan visibility lengkap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Automated compliance checking &amp; reporting untuk SPI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Payback period: 5 hari | Success probability: 85-90%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Tantangan Saat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Proses pengadaan tersebar di berbagai sistem manual/semi-digital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SPO dan Pedoman ada tapi tidak dijalankan sempurna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Audit sering menemukan violations terlambat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Tidak ada visibility real-time ke Direksi tentang status transaksi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Solusi: Platform Terintegrasi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Satu sistem untuk 9 fase pengadaan (Perencanaan - Pelaporan)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Validator Prosedur &amp; Sistem Penjaga Kepatuhan mengawasi setiap transaksi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Real-time Dashboard untuk Direksi dan stakeholders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Automated compliance checking &amp; SPI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Arsitektur Sistem: 5 Lapisan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Lapisan 1: Management (Direksi, GM, Manager oversight)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Lapisan 2: Operational (Pengadaan, Vendor, SBU)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Lapisan 3: Integration (Validator, Dashboard, API)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Lapisan 4: Analytics (KPI, Reports, Insights)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Lapisan 5: Infrastructure (Cloud, Database, Security)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12 Modul Pengadaan KMU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M1: Platform Pengadaan | M2: Manajemen Penyedia | M3: Portal Penyedia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M4: Validator Prosedur | M5: Pelaksanaan &amp; Delivery | M6: Jaminan Mutu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M7: Pemrosesan Invoice | M8: Pembayaran | M9: Pelaporan &amp; Analitik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M10: Database Penyedia | M11: Dashboard Pengadaan | M12: Evaluasi &amp; Scoring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9 Fase Siklus Pengadaan KMU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1: Perencanaan &amp; Anggaran (RKAP, RAB)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2: Registrasi &amp; Pendaftaran Penyedia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3: Permintaan Pengadaan (PP, SPPJ, IMT)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4: Pelaksanaan Pengadaan (SPPH ? SJPH ? Tender/Penunjukan)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5: Kontrak &amp; Portal KSU (PKS, SPK)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6: Penerimaan &amp; Verifikasi (BAPB)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7: Pembayaran &amp; Invoice (3-Way Match)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8: Evaluasi Penyedia (Scoring 7 Dimensi)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Fase 9: Pelaporan &amp; Analitik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Validator Prosedur &amp; Sistem Penjaga Kepatuhan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Real-time monitoring setiap transaksi pengadaan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Automatic checking terhadap SPO KMU &amp; authority matrix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Alert instant jika ada penyimpangan prosedur (LOW/MEDIUM/HIGH)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AI Guidance langsung kepada user untuk corrective action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Compliance scoring per transaksi dengan trend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Dashboard Pengadaan untuk Direksi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Visibility penuh status semua transaksi (PP, PO, SPK, PKS, BAPB)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Real-time KPI: % Kepatuhan SPO, Avg Processing time, Error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Risk dashboard: High-risk transactions, bottleneck processes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Export reports untuk board &amp; audit purposes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Stakeholder-specific views: Finance, Procurement, SPI, SBU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Manajemen Penyedia &amp; Portal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Pendaftaran Penyedia: structured registration dengan verification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Kualifikasi: Evaluasi Kualifikasi Awal sesuai kriteria KMU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Penilaian: Scoring Matrix dengan 7 dimensi (Quality, Delivery, etc)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Monitoring: Track SLA compliance, automatic alerts untuk non-compliance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Portal Penyedia: Self-reporting, document upload, obligation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Ekosistem Multi-Stakeholder KMU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Direksi PT KMU: Strategic oversight, KPI monitoring, final approval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Departemen Pengadaan: Daily operations, vendor management,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SPI (Audit Internal): Compliance verification, risk reporting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SBU (Unit Peminta): Request management, specification, acceptance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Tim KSU (Vendor Liaison): KSO coordination, partnership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Ketepatan Pembayaran &amp; Cash Flow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451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Automated payment due date tracking (zero pembayaran terlewat)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Real-time aging dashboard (lihat overdue instantly)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Approval workflow automation (1-2 hari vs 5-10 hari surat)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3-way invoice matching otomatis (PO-BAPB-Invoice)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Cash flow forecasting (plan pembayaran dengan akurat)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Supplier risk scoring (track on-time %, avg delay)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Provider Comparison: Cost &amp;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?? DEEPSEEK (Recommended): Rp 67-98 JT, ROI 9,636%, Payback 5 hari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Groq: Rp 82-115 JT, ROI 8,800%, Payback 6 hari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Claude: Rp 104-148 JT, ROI 7,423%, Payback 13 hari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Self-Hosted: Rp 134-155 JT, ROI 6,031%, Payback 16 hari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Gemini: Rp 1.045 B, ROI 692%, Payback 1.5 bulan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Technical Capabilities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Response Time: Groq EXCELLENT (&lt;200ms) | Others Good (&lt;500ms)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Document Accuracy: Gemini 98%, Claude 97%, Deepseek 95%, Groq 94%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Validation Accuracy: Gemini 96%, Claude 95%, Deepseek 92%, Groq 91%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Uptime: Gemini 99.9%, Claude 99.8%, Deepseek/Groq 99.5%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Support: Claude/Gemini EXCELLENT | Deepseek/Groq GOOD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Implementation Timeline: 12 Minggu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W1-2: Setup &amp; Validation (POC test, infrastructure)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W3-6: Core Development (document processor, validator, knowledge base)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W7-8: Chatbot &amp; Guidance (chatbot service, RAG, widget frontend)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W9-10: Platform Integration (connect ke procurement, API setup)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W11: Testing &amp; Optimization (load, security, UAT)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W12: Training &amp; Launch (user training, soft launch, production rollout)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Success Metrics &amp; KPI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Kecepatan Proses: 30% lebih cepat vs baseline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Pemenuhan KPI: 95% achievement target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Realisasi BAPB: &gt;98% realisasi vs rencana (based on BAPB)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Realisasi Investasi Pengembangan: 92% terealisasi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Implementation Timeline: 12 minggu (Sept 2026 go-live)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Risk Management &amp;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AI Provider Risk: Deepseek fallback ke Groq/Claude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User Adoption Risk: Extensive training + UI yang user-friendly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Technology Risk: Load testing, caching, optimization, redundancy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? Budget Risk: Deepseek minimal, contingency reserved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Overall: 85-90% success probability dengan 15+ contingencies documented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Langkah Selanjutnya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9144000" cy="73152"/>
          </a:xfrm>
          <a:prstGeom prst="rect">
            <a:avLst/>
          </a:prstGeom>
          <a:solidFill>
            <a:srgbClr val="FF9F1C"/>
          </a:solidFill>
          <a:ln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1. Board Approval: Vote SKD untuk approve project dengan Deepseek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2. Budget Allocation: CFO mengalokasikan budget Rp 80-110 JT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3. Team Preparation: IT Director confirm team availability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4. Project Kickoff: Week 1 - Setup infrastructure, validation testing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212121"/>
                </a:solidFill>
              </a:defRPr>
            </a:pPr>
            <a:r>
              <a:rPr sz="2000"/>
              <a:t>Expected Delivery: September 2026 | Expected Profit: Rp 9.71B (Year 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E8B5E"/>
          </a:solidFill>
          <a:ln>
            <a:solidFill>
              <a:srgbClr val="2E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800" b="1">
                <a:solidFill>
                  <a:srgbClr val="FF9F1C"/>
                </a:solidFill>
              </a:defRPr>
            </a:pPr>
            <a:r>
              <a:t>Terima Kasih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9F1C"/>
                </a:solidFill>
              </a:defRPr>
            </a:pPr>
            <a:endParaRPr/>
          </a:p>
          <a:p>
            <a:pPr algn="ctr">
              <a:spcBef>
                <a:spcPts val="600"/>
              </a:spcBef>
              <a:defRPr sz="1800" b="1">
                <a:solidFill>
                  <a:srgbClr val="FF9F1C"/>
                </a:solidFill>
              </a:defRPr>
            </a:pPr>
            <a:r>
              <a:t>Mari Transformasikan Pengadaan KMU</a:t>
            </a:r>
          </a:p>
          <a:p>
            <a:pPr algn="ctr">
              <a:spcBef>
                <a:spcPts val="600"/>
              </a:spcBef>
              <a:defRPr sz="1800" b="1">
                <a:solidFill>
                  <a:srgbClr val="FF9F1C"/>
                </a:solidFill>
              </a:defRPr>
            </a:pPr>
            <a:r>
              <a:t>dengan Platform Terintegrasi &amp; Validator Prosedur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PT. Kaltim Medika Utama | Juni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1091</Words>
  <Application>Microsoft Macintosh PowerPoint</Application>
  <PresentationFormat>On-screen Show (4:3)</PresentationFormat>
  <Paragraphs>120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Petugas</cp:lastModifiedBy>
  <cp:revision>2</cp:revision>
  <dcterms:created xsi:type="dcterms:W3CDTF">2013-01-27T09:14:16Z</dcterms:created>
  <dcterms:modified xsi:type="dcterms:W3CDTF">2026-06-08T07:37:34Z</dcterms:modified>
  <cp:category/>
</cp:coreProperties>
</file>